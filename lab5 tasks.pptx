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Explanation: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In switch I gave an expression, you can give variable also. I gave num+2, where num value is 2 and after addition the expression resulted 4. Since there is no case defined with value 4 the default case is executed.</a:t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DD9C3"/>
          </a:solidFill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lang="en-US"/>
              <a:t>LAB-05</a:t>
            </a:r>
            <a:endParaRPr/>
          </a:p>
        </p:txBody>
      </p:sp>
      <p:sp>
        <p:nvSpPr>
          <p:cNvPr id="106" name="Google Shape;106;p13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SAJJAD ALI RAJPER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LECTURER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AROR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Switch case statement</a:t>
            </a:r>
            <a:endParaRPr/>
          </a:p>
        </p:txBody>
      </p:sp>
      <p:sp>
        <p:nvSpPr>
          <p:cNvPr id="112" name="Google Shape;112;p1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The </a:t>
            </a:r>
            <a:r>
              <a:rPr b="1" lang="en-US"/>
              <a:t>switch case statement</a:t>
            </a:r>
            <a:r>
              <a:rPr lang="en-US"/>
              <a:t> is used when we have multiple options and we need to perform a different task for each option.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Switch case statement – Syntax</a:t>
            </a:r>
            <a:endParaRPr/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6366" y="2385029"/>
            <a:ext cx="7636802" cy="3141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Switch case statement – Example</a:t>
            </a:r>
            <a:endParaRPr/>
          </a:p>
        </p:txBody>
      </p:sp>
      <p:pic>
        <p:nvPicPr>
          <p:cNvPr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280" y="1912921"/>
            <a:ext cx="7034212" cy="41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Switch case statement –Break statement</a:t>
            </a:r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046" y="1903709"/>
            <a:ext cx="5655024" cy="4355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2232" y="4250382"/>
            <a:ext cx="3171825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Solution</a:t>
            </a:r>
            <a:endParaRPr/>
          </a:p>
        </p:txBody>
      </p:sp>
      <p:pic>
        <p:nvPicPr>
          <p:cNvPr id="139" name="Google Shape;139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249" y="1779835"/>
            <a:ext cx="5484420" cy="4369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Task-1</a:t>
            </a:r>
            <a:endParaRPr/>
          </a:p>
        </p:txBody>
      </p:sp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Write a C++ program to input electricity unit charge and calculate the total electricity bill according to the given condition:</a:t>
            </a:r>
            <a:endParaRPr sz="2000"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For first 50 units Rs. 0.50/unit</a:t>
            </a:r>
            <a:endParaRPr sz="1800"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For next 100 units Rs. 0.75/unit</a:t>
            </a:r>
            <a:endParaRPr sz="1800"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For next 100 units Rs. 1.20/unit</a:t>
            </a:r>
            <a:endParaRPr sz="1800"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For unit above 250 Rs. 1.50/unit</a:t>
            </a:r>
            <a:endParaRPr sz="1800"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An additional surcharge of 20% is added to the bill.</a:t>
            </a:r>
            <a:endParaRPr sz="1800"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Task-2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Write a program in C to accept a grade and declare the equivalent description using switch-case statement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52" name="Google Shape;1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6083" y="2855890"/>
            <a:ext cx="7775751" cy="292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Task-3</a:t>
            </a:r>
            <a:endParaRPr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Write a program in C++ to read any digit (0-9) and display it in the word using switch-case statement.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d Orange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